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8AFA6-B3EC-9532-6884-857EB5A7F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AA3B8-81E5-F848-2B47-CE2084440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C4899-90DC-C2C3-9FB1-6CCDB6305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4722C-947A-6AD9-1CC4-DBD6EA36A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E80F8-DA85-29A1-CEC3-AF69A8A2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248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08FCC-F7A7-4B0E-F7C3-DD1750607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D67C7-0BBC-6B84-2C28-DA227592C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92B47-0035-AABE-1F07-94D6E4D50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883A1-B949-1CF5-A5FC-4FD6BF084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5339D-3444-3BFB-D0BB-CD89856C0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522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5B899-69BD-F622-C240-557F8C55A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D41FC-D4A6-B8E6-744B-20B477530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AD2F4-15E9-E5D4-84F0-F38700A99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74FA-F008-18BF-6C46-15364DA84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96C97-C4C4-8B23-7B5A-1A054F03D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216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6EB14-4219-CAA6-FD35-E3DE3C53F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392B7-6AF8-5BE9-9873-61E0C467D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08FD0-5477-2B6E-46AE-E1EA7F5F2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7F8FD-2225-38EA-9162-2BCDB29BD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71447-FB61-9C4E-A7B5-8813D622D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9C081-34A1-738B-19E7-CAAE46E87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96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EC54E-7EB5-561A-90C0-14ED28A16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E3221-2BC9-8D48-FEAF-1F889FAE6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B8621-8DB7-FF7A-E4E4-AD6083794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B74B4C-E3B4-D1E7-3332-C75B254DFC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2A55CF-09A0-7257-F511-EB1BF27AE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EFEEF9-4E8D-DB14-1B87-14D2712CB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99A56D-4A8C-E542-8EA5-9E2338CDD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EF00AA-2CD1-2EE7-709E-45FC981AF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339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3AD4C-AEA4-1253-58C3-2880F733F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E97F7A-1C4E-7C90-A100-2C03987BE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D4C812-5E90-3505-9FD3-FFEE91CB2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8797D7-6DDA-F06B-8B0C-F06B9FF4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857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C932C3-03BA-F23B-0BBB-B7C284B82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5F97D7-C666-C06C-2BE9-BDB73FFB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29954-5C72-75AE-77F6-5413036D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595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11410-8DC2-0CB3-14FB-0CF5E2635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F8202-8EBA-E2C0-5371-DD0C02FFF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5E64D-79A3-CF98-1B39-FE39F67AA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437E8-EC3F-DF79-98E8-877B227C5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6360F-4F79-C838-2A0B-FD69D3ACA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D3F7F-1758-D6BA-3B60-CA4383B2A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05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D49FE-4731-240A-156A-AA63C90AB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6D75E9-19B4-205F-5BD2-FBAA369CC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637AD2-DFC7-C97E-D25C-067585E14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21227-E2A2-3F65-C97C-11D50FB4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B73114-BD84-55D1-A964-5792E9A4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EFD66-FE63-947E-9A19-AAC79830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963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B85B-C545-F7D5-E14C-583BE5FE4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EED1F4-7515-BCBA-4C10-2B52C841B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60573-281F-1D0B-EFC7-0D7596B5C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F626E-1A5B-2A5D-2BB2-DA4737823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B1B3A-E959-264D-5BB4-6FC408290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368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1A00EE-6FCC-559D-2204-95620FE0E5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962A22-4A09-30CC-1592-71CE42D9D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CEC35-22AC-77DD-3DEC-DE2EA382B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D82B3-81B6-00C1-5651-160281AD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7F441-09E8-FFAD-2B20-C8A7C5E6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40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AF0D4C-ACC1-82B3-35EE-0290AA9BA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F8271-7CB9-41DF-C11E-96423D7B6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E1723-D860-3CC3-B2CA-24E00A120A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8FD8F5-69DE-4A21-9956-9CC2F655BFCE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0DA5B-D00F-B456-DF9A-FEDCEBE15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710D0-884D-66F5-D815-9DF115508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F9874-4BC3-4C80-8FB6-1CC01AAC1F62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AC4156-7CC6-B442-4322-BC3F7BEA99A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087618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901746-B092-019B-BB94-0A0F301CE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686" y="893931"/>
            <a:ext cx="7162800" cy="448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7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Kumar</dc:creator>
  <cp:lastModifiedBy>Manoj Kumar</cp:lastModifiedBy>
  <cp:revision>3</cp:revision>
  <dcterms:created xsi:type="dcterms:W3CDTF">2026-02-26T14:40:26Z</dcterms:created>
  <dcterms:modified xsi:type="dcterms:W3CDTF">2026-02-26T14:45:01Z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e7ded32-6a8c-48b8-8009-ebf9a4e0e083_Enabled">
    <vt:lpwstr>true</vt:lpwstr>
  </property>
  <property fmtid="{D5CDD505-2E9C-101B-9397-08002B2CF9AE}" pid="3" name="MSIP_Label_ce7ded32-6a8c-48b8-8009-ebf9a4e0e083_SetDate">
    <vt:lpwstr>2026-02-26T14:40:34Z</vt:lpwstr>
  </property>
  <property fmtid="{D5CDD505-2E9C-101B-9397-08002B2CF9AE}" pid="4" name="MSIP_Label_ce7ded32-6a8c-48b8-8009-ebf9a4e0e083_Method">
    <vt:lpwstr>Privileged</vt:lpwstr>
  </property>
  <property fmtid="{D5CDD505-2E9C-101B-9397-08002B2CF9AE}" pid="5" name="MSIP_Label_ce7ded32-6a8c-48b8-8009-ebf9a4e0e083_Name">
    <vt:lpwstr>Public - Public</vt:lpwstr>
  </property>
  <property fmtid="{D5CDD505-2E9C-101B-9397-08002B2CF9AE}" pid="6" name="MSIP_Label_ce7ded32-6a8c-48b8-8009-ebf9a4e0e083_SiteId">
    <vt:lpwstr>258ac4e4-146a-411e-9dc8-79a9e12fd6da</vt:lpwstr>
  </property>
  <property fmtid="{D5CDD505-2E9C-101B-9397-08002B2CF9AE}" pid="7" name="MSIP_Label_ce7ded32-6a8c-48b8-8009-ebf9a4e0e083_ActionId">
    <vt:lpwstr>fbb822f4-a236-4eee-be9e-6d2fba6c9ad6</vt:lpwstr>
  </property>
  <property fmtid="{D5CDD505-2E9C-101B-9397-08002B2CF9AE}" pid="8" name="MSIP_Label_ce7ded32-6a8c-48b8-8009-ebf9a4e0e083_ContentBits">
    <vt:lpwstr>2</vt:lpwstr>
  </property>
  <property fmtid="{D5CDD505-2E9C-101B-9397-08002B2CF9AE}" pid="9" name="MSIP_Label_ce7ded32-6a8c-48b8-8009-ebf9a4e0e083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Public</vt:lpwstr>
  </property>
</Properties>
</file>